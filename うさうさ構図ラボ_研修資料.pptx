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構図の研修導入。9つの型を、図と一緒に学ぶ。最後にコーチAIツールの使い方とチェックリストまで。構図は“正解”でなくガイドラインだと最初に共有する。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WHY→WHAT→HOWのWHY。構図は主役を伝え、視線を導き、再現性を生む道具。型は守るより“使い分ける”もの。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9型の俯瞰。基本=三分割/黄金比、誘導=螺旋/対角/リーディング、安定=三角/対称/日の丸、奥行き=額縁。撮りたい雰囲気から逆引きできると実戦的。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三分割法(Rule of Thirds)。定義→配置のコツ→NG→一言の順で。実演:この型が効く作例を1枚見せ、受講生に「主役をどこに置く？」と問いかけると定着しやすい(テスト効果)。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黄金比グリッド(Phi Grid)。定義→配置のコツ→NG→一言の順で。実演:この型が効く作例を1枚見せ、受講生に「主役をどこに置く？」と問いかけると定着しやすい(テスト効果)。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黄金螺旋(Golden Spiral)。定義→配置のコツ→NG→一言の順で。実演:この型が効く作例を1枚見せ、受講生に「主役をどこに置く？」と問いかけると定着しやすい(テスト効果)。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対角線構図(Diagonal)。定義→配置のコツ→NG→一言の順で。実演:この型が効く作例を1枚見せ、受講生に「主役をどこに置く？」と問いかけると定着しやすい(テスト効果)。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三角構図(Triangle)。定義→配置のコツ→NG→一言の順で。実演:この型が効く作例を1枚見せ、受講生に「主役をどこに置く？」と問いかけると定着しやすい(テスト効果)。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日の丸構図(Center)。定義→配置のコツ→NG→一言の順で。実演:この型が効く作例を1枚見せ、受講生に「主役をどこに置く？」と問いかけると定着しやすい(テスト効果)。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対称構図(Symmetry)。定義→配置のコツ→NG→一言の順で。実演:この型が効く作例を1枚見せ、受講生に「主役をどこに置く？」と問いかけると定着しやすい(テスト効果)。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額縁構図(Framing)。定義→配置のコツ→NG→一言の順で。実演:この型が効く作例を1枚見せ、受講生に「主役をどこに置く？」と問いかけると定着しやすい(テスト効果)。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リーディングライン(Leading Lines)。定義→配置のコツ→NG→一言の順で。実演:この型が効く作例を1枚見せ、受講生に「主役をどこに置く？」と問いかけると定着しやすい(テスト効果)。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ツールは3タブ:コーチ/構図ガイド/参考デザイン。コーチで相談→ガイドで型を可視化→プランで具体化、の順に回すと早い。オフライン・APIキーはメモリのみ。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配布用チェックリスト。撮影前に主役・型・余白・背景・線・水平・縦横比を確認。チートシート(PDF)と同じ流れ。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締め。構図は道具、最後は伝えたい気持ち。ツールとチートシートで“型→意図”を回していこう。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F2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023360" cy="4023360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B8466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🐰📷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うさうさ構図ラボ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58368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E4E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写真の構図を、対話で・図で・やさしく ― 9つの型を学ぶ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7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うさうさ研修工房  ／  v1.0・2026-06-23  ／  「面白きこともなき世を面白く」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そもそも、なぜ「構図」？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64792"/>
            <a:ext cx="731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9164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主役が伝わる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同じ被写体でも、置き場所で“何を見てほしいか”が一変する。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1737360"/>
            <a:ext cx="731520" cy="731520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764792"/>
            <a:ext cx="731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視線を導ける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線・余白・対比で、見る人の目を主役へ自然に動かせる。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46304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0" y="1737360"/>
            <a:ext cx="731520" cy="731520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1764792"/>
            <a:ext cx="7315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🧭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28116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再現できる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269748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感覚でなく“型”で考えると、次も意図して良い構図を作れる。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937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構図は“正解”ではなく、伝えたい雰囲気に合わせて選ぶ「ガイドライン」。破ると効く場面もある。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写真の構図 9つの型 ― 全体マップ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4" name="Image 0" descr="/home/claude/dia/thi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72184"/>
            <a:ext cx="1993392" cy="1325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88920" y="1508760"/>
            <a:ext cx="384048" cy="38404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6" name="Text 3"/>
          <p:cNvSpPr/>
          <p:nvPr/>
        </p:nvSpPr>
        <p:spPr>
          <a:xfrm>
            <a:off x="2788920" y="151790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761488" y="192938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三分割法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761488" y="23500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Rule of Thirds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343400" y="132588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/home/claude/dia/ph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472184"/>
            <a:ext cx="1993392" cy="13258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0" y="1508760"/>
            <a:ext cx="384048" cy="38404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12" name="Text 8"/>
          <p:cNvSpPr/>
          <p:nvPr/>
        </p:nvSpPr>
        <p:spPr>
          <a:xfrm>
            <a:off x="6583680" y="151790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556248" y="192938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黄金比グリッド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556248" y="23500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Phi Grid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8138160" y="1325880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/home/claude/dia/spir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472184"/>
            <a:ext cx="1993392" cy="13258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0378440" y="1508760"/>
            <a:ext cx="384048" cy="38404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18" name="Text 13"/>
          <p:cNvSpPr/>
          <p:nvPr/>
        </p:nvSpPr>
        <p:spPr>
          <a:xfrm>
            <a:off x="10378440" y="151790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0351008" y="1929384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黄金螺旋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0351008" y="23500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Golden Spiral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48640" y="3081528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3" descr="/home/claude/dia/diago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227832"/>
            <a:ext cx="1993392" cy="1325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2788920" y="3264408"/>
            <a:ext cx="384048" cy="38404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24" name="Text 18"/>
          <p:cNvSpPr/>
          <p:nvPr/>
        </p:nvSpPr>
        <p:spPr>
          <a:xfrm>
            <a:off x="2788920" y="327355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2761488" y="368503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対角線構図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2761488" y="410565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Diagonal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4343400" y="3081528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28" name="Image 4" descr="/home/claude/dia/trian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3227832"/>
            <a:ext cx="1993392" cy="132588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583680" y="3264408"/>
            <a:ext cx="384048" cy="38404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0" name="Text 23"/>
          <p:cNvSpPr/>
          <p:nvPr/>
        </p:nvSpPr>
        <p:spPr>
          <a:xfrm>
            <a:off x="6583680" y="327355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6556248" y="368503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三角構図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6556248" y="410565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Triangle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8138160" y="3081528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34" name="Image 5" descr="/home/claude/dia/cen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7888" y="3227832"/>
            <a:ext cx="1993392" cy="132588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10378440" y="3264408"/>
            <a:ext cx="384048" cy="38404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6" name="Text 28"/>
          <p:cNvSpPr/>
          <p:nvPr/>
        </p:nvSpPr>
        <p:spPr>
          <a:xfrm>
            <a:off x="10378440" y="327355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10351008" y="3685032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日の丸構図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10351008" y="410565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Center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548640" y="4837176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40" name="Image 6" descr="/home/claude/dia/symmetr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983480"/>
            <a:ext cx="1993392" cy="132588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2788920" y="5020056"/>
            <a:ext cx="384048" cy="38404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42" name="Text 33"/>
          <p:cNvSpPr/>
          <p:nvPr/>
        </p:nvSpPr>
        <p:spPr>
          <a:xfrm>
            <a:off x="2788920" y="502920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2761488" y="5440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対称構図</a:t>
            </a:r>
            <a:endParaRPr lang="en-US" sz="1350" dirty="0"/>
          </a:p>
        </p:txBody>
      </p:sp>
      <p:sp>
        <p:nvSpPr>
          <p:cNvPr id="44" name="Text 35"/>
          <p:cNvSpPr/>
          <p:nvPr/>
        </p:nvSpPr>
        <p:spPr>
          <a:xfrm>
            <a:off x="2761488" y="5861304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Symmetry</a:t>
            </a:r>
            <a:endParaRPr lang="en-US" sz="850" dirty="0"/>
          </a:p>
        </p:txBody>
      </p:sp>
      <p:sp>
        <p:nvSpPr>
          <p:cNvPr id="45" name="Shape 36"/>
          <p:cNvSpPr/>
          <p:nvPr/>
        </p:nvSpPr>
        <p:spPr>
          <a:xfrm>
            <a:off x="4343400" y="4837176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46" name="Image 7" descr="/home/claude/dia/fram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3128" y="4983480"/>
            <a:ext cx="1993392" cy="1325880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6583680" y="5020056"/>
            <a:ext cx="384048" cy="38404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48" name="Text 38"/>
          <p:cNvSpPr/>
          <p:nvPr/>
        </p:nvSpPr>
        <p:spPr>
          <a:xfrm>
            <a:off x="6583680" y="502920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</a:t>
            </a:r>
            <a:endParaRPr lang="en-US" sz="1300" dirty="0"/>
          </a:p>
        </p:txBody>
      </p:sp>
      <p:sp>
        <p:nvSpPr>
          <p:cNvPr id="49" name="Text 39"/>
          <p:cNvSpPr/>
          <p:nvPr/>
        </p:nvSpPr>
        <p:spPr>
          <a:xfrm>
            <a:off x="6556248" y="5440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額縁構図</a:t>
            </a:r>
            <a:endParaRPr lang="en-US" sz="1350" dirty="0"/>
          </a:p>
        </p:txBody>
      </p:sp>
      <p:sp>
        <p:nvSpPr>
          <p:cNvPr id="50" name="Text 40"/>
          <p:cNvSpPr/>
          <p:nvPr/>
        </p:nvSpPr>
        <p:spPr>
          <a:xfrm>
            <a:off x="6556248" y="5861304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Framing</a:t>
            </a:r>
            <a:endParaRPr lang="en-US" sz="850" dirty="0"/>
          </a:p>
        </p:txBody>
      </p:sp>
      <p:sp>
        <p:nvSpPr>
          <p:cNvPr id="51" name="Shape 41"/>
          <p:cNvSpPr/>
          <p:nvPr/>
        </p:nvSpPr>
        <p:spPr>
          <a:xfrm>
            <a:off x="8138160" y="4837176"/>
            <a:ext cx="356616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pic>
        <p:nvPicPr>
          <p:cNvPr id="52" name="Image 8" descr="/home/claude/dia/leading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7888" y="4983480"/>
            <a:ext cx="1993392" cy="1325880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10378440" y="5020056"/>
            <a:ext cx="384048" cy="38404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54" name="Text 43"/>
          <p:cNvSpPr/>
          <p:nvPr/>
        </p:nvSpPr>
        <p:spPr>
          <a:xfrm>
            <a:off x="10378440" y="502920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</a:t>
            </a:r>
            <a:endParaRPr lang="en-US" sz="1300" dirty="0"/>
          </a:p>
        </p:txBody>
      </p:sp>
      <p:sp>
        <p:nvSpPr>
          <p:cNvPr id="55" name="Text 44"/>
          <p:cNvSpPr/>
          <p:nvPr/>
        </p:nvSpPr>
        <p:spPr>
          <a:xfrm>
            <a:off x="10351008" y="54406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リーディングライン</a:t>
            </a:r>
            <a:endParaRPr lang="en-US" sz="1350" dirty="0"/>
          </a:p>
        </p:txBody>
      </p:sp>
      <p:sp>
        <p:nvSpPr>
          <p:cNvPr id="56" name="Text 45"/>
          <p:cNvSpPr/>
          <p:nvPr/>
        </p:nvSpPr>
        <p:spPr>
          <a:xfrm>
            <a:off x="10351008" y="5861304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Leading Lines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三分割法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207008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Rule of Thirds</a:t>
            </a:r>
            <a:endParaRPr lang="en-US" sz="1400" dirty="0"/>
          </a:p>
        </p:txBody>
      </p:sp>
      <p:pic>
        <p:nvPicPr>
          <p:cNvPr id="6" name="Image 0" descr="/home/claude/dia/thir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74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218541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画面を縦横3分割し、線の交点(パワーポイント)に主役を置く、最も基本で外しにくい型。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44368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30358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配置のコツ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334670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主役の目線・進行方向の側に余白を空ける。水平線は空が主役なら下1/3、地面が主役なら上1/3に。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4105656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419709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やりがちNG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450799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なんでも真ん中に置く。交点に“置くだけ”で背景の整理を忘れる。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5285232"/>
            <a:ext cx="5715000" cy="658368"/>
          </a:xfrm>
          <a:prstGeom prst="roundRect">
            <a:avLst>
              <a:gd name="adj" fmla="val 12500"/>
            </a:avLst>
          </a:prstGeom>
          <a:solidFill>
            <a:srgbClr val="B8466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530352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一言まとめ：  迷ったら、まず三分割。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黄金比グリッド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207008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Phi Grid</a:t>
            </a:r>
            <a:endParaRPr lang="en-US" sz="1400" dirty="0"/>
          </a:p>
        </p:txBody>
      </p:sp>
      <p:pic>
        <p:nvPicPr>
          <p:cNvPr id="6" name="Image 0" descr="/home/claude/dia/p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74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218541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分割位置を約0.382:0.618にした、三分割よりやや中央寄りの繊細なグリッド。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44368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30358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配置のコツ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334670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三分割で“散らかる”時の微調整に。きっちり整った静けさ・上品さが出る。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4105656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419709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やりがちNG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450799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三分割と混同して中途半端にズレる。グリッド頼みで主役の強さを忘れる。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5285232"/>
            <a:ext cx="5715000" cy="658368"/>
          </a:xfrm>
          <a:prstGeom prst="roundRect">
            <a:avLst>
              <a:gd name="adj" fmla="val 12500"/>
            </a:avLst>
          </a:prstGeom>
          <a:solidFill>
            <a:srgbClr val="B8466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530352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一言まとめ：  上品に“きっちり”見せたい時。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黄金螺旋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207008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Golden Spiral</a:t>
            </a:r>
            <a:endParaRPr lang="en-US" sz="1400" dirty="0"/>
          </a:p>
        </p:txBody>
      </p:sp>
      <p:pic>
        <p:nvPicPr>
          <p:cNvPr id="6" name="Image 0" descr="/home/claude/dia/spi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74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218541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フィボナッチ由来の渦巻き。視線を主役へ自然に巻き込むよう要素を並べる。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44368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30358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配置のコツ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334670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渦の巻き終わり(一番詰まる所)に顔・主役を置く。流れる要素で外周をなぞる。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4105656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419709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やりがちNG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450799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渦を無理に当てはめる。渦の中心が空っぽで誘導が効かない。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5285232"/>
            <a:ext cx="5715000" cy="658368"/>
          </a:xfrm>
          <a:prstGeom prst="roundRect">
            <a:avLst>
              <a:gd name="adj" fmla="val 12500"/>
            </a:avLst>
          </a:prstGeom>
          <a:solidFill>
            <a:srgbClr val="B8466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530352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一言まとめ：  流れで、主役へ誘導する。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対角線構図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207008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Diagonal</a:t>
            </a:r>
            <a:endParaRPr lang="en-US" sz="1400" dirty="0"/>
          </a:p>
        </p:txBody>
      </p:sp>
      <p:pic>
        <p:nvPicPr>
          <p:cNvPr id="6" name="Image 0" descr="/home/claude/dia/diago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74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218541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対角線に沿って要素を並べ、奥行きと動きを生む。水平垂直の安定に“動”を足す。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44368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30358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配置のコツ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334670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道・階段・並木などの線を画面の角から角へ。被写体を線上に乗せる。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4105656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419709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やりがちNG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450799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水平垂直だけで平板に。逆に傾けすぎて不安定に見える。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5285232"/>
            <a:ext cx="5715000" cy="658368"/>
          </a:xfrm>
          <a:prstGeom prst="roundRect">
            <a:avLst>
              <a:gd name="adj" fmla="val 12500"/>
            </a:avLst>
          </a:prstGeom>
          <a:solidFill>
            <a:srgbClr val="B8466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530352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一言まとめ：  退屈を、斜めで壊す。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三角構図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207008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Triangle</a:t>
            </a:r>
            <a:endParaRPr lang="en-US" sz="1400" dirty="0"/>
          </a:p>
        </p:txBody>
      </p:sp>
      <p:pic>
        <p:nvPicPr>
          <p:cNvPr id="6" name="Image 0" descr="/home/claude/dia/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74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218541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3つの要素や輪郭を三角形に配置。安定感とまとまりが出る古典的な型。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44368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30358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配置のコツ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334670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底辺で安定、頂点に視線を集める。逆三角にすると緊張感も作れる。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4105656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419709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やりがちNG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450799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三角を意識しすぎて不自然な配置に。要素が四隅に散る。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5285232"/>
            <a:ext cx="5715000" cy="658368"/>
          </a:xfrm>
          <a:prstGeom prst="roundRect">
            <a:avLst>
              <a:gd name="adj" fmla="val 12500"/>
            </a:avLst>
          </a:prstGeom>
          <a:solidFill>
            <a:srgbClr val="B8466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530352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一言まとめ：  どっしり、安定させる。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日の丸構図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207008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Center</a:t>
            </a:r>
            <a:endParaRPr lang="en-US" sz="1400" dirty="0"/>
          </a:p>
        </p:txBody>
      </p:sp>
      <p:pic>
        <p:nvPicPr>
          <p:cNvPr id="6" name="Image 0" descr="/home/claude/dia/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74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218541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主役を中央にドンと置く。シンプルで力強いが、単調になりやすい諸刃の剣。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44368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30358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配置のコツ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334670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被写体が主役級に強い時(花一輪・印象的な顔・対称物)。背景は潔く整理する。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4105656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419709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やりがちNG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450799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弱い主役を中央に置いて単調に。背景がうるさく主役が負ける。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5285232"/>
            <a:ext cx="5715000" cy="658368"/>
          </a:xfrm>
          <a:prstGeom prst="roundRect">
            <a:avLst>
              <a:gd name="adj" fmla="val 12500"/>
            </a:avLst>
          </a:prstGeom>
          <a:solidFill>
            <a:srgbClr val="B8466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530352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一言まとめ：  主役が強い時“だけ”。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対称構図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207008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Symmetry</a:t>
            </a:r>
            <a:endParaRPr lang="en-US" sz="1400" dirty="0"/>
          </a:p>
        </p:txBody>
      </p:sp>
      <p:pic>
        <p:nvPicPr>
          <p:cNvPr id="6" name="Image 0" descr="/home/claude/dia/symme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74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218541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中央の軸で左右(上下)を鏡のように対称配置。秩序・荘厳・静けさを生む。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44368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30358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配置のコツ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334670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軸を画面中央へ正確に合わせる。反射・建築・並木のトンネルで効く。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4105656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419709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やりがちNG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450799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軸がわずかにズレて気持ち悪い。対称なのに要素が片寄る。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5285232"/>
            <a:ext cx="5715000" cy="658368"/>
          </a:xfrm>
          <a:prstGeom prst="roundRect">
            <a:avLst>
              <a:gd name="adj" fmla="val 12500"/>
            </a:avLst>
          </a:prstGeom>
          <a:solidFill>
            <a:srgbClr val="B8466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530352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一言まとめ：  秩序と、静けさ。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額縁構図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207008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Framing</a:t>
            </a:r>
            <a:endParaRPr lang="en-US" sz="1400" dirty="0"/>
          </a:p>
        </p:txBody>
      </p:sp>
      <p:pic>
        <p:nvPicPr>
          <p:cNvPr id="6" name="Image 0" descr="/home/claude/dia/fr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74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218541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手前の窓・枝・アーチなどで主役を“額縁”のように囲み、視線を内へ誘導する。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44368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30358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配置のコツ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334670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前景を暗めにすると主役が締まる。額縁ごしに奥行きと物語性が出る。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4105656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419709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やりがちNG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450799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額縁が主役を隠す/うるさい。囲みが主役より目立つ。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5285232"/>
            <a:ext cx="5715000" cy="658368"/>
          </a:xfrm>
          <a:prstGeom prst="roundRect">
            <a:avLst>
              <a:gd name="adj" fmla="val 12500"/>
            </a:avLst>
          </a:prstGeom>
          <a:solidFill>
            <a:srgbClr val="B8466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530352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一言まとめ：  奥行きと、物語性を足す。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B8466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75488"/>
            <a:ext cx="5669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38404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リーディングライン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207008" y="10789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Leading Lines</a:t>
            </a:r>
            <a:endParaRPr lang="en-US" sz="1400" dirty="0"/>
          </a:p>
        </p:txBody>
      </p:sp>
      <p:pic>
        <p:nvPicPr>
          <p:cNvPr id="6" name="Image 0" descr="/home/claude/dia/le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07492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667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※ 背景はダミー。●=主役の置き場所の目安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943600" y="1783080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8745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定義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26480" y="2185416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道・線路・川などの線で、見る人の視線を主役(消失点付近)へ導く。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2944368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126480" y="30358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9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配置のコツ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126480" y="3346704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線の収束点に主役を置くと効果絶大。手前から奥へ視線を流す。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943600" y="4105656"/>
            <a:ext cx="5715000" cy="1024128"/>
          </a:xfrm>
          <a:prstGeom prst="roundRect">
            <a:avLst>
              <a:gd name="adj" fmla="val 8036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126480" y="419709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やりがちNG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4507992"/>
            <a:ext cx="5394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線がどこにも導かない。主役不在で線だけが目立つ。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943600" y="5285232"/>
            <a:ext cx="5715000" cy="658368"/>
          </a:xfrm>
          <a:prstGeom prst="roundRect">
            <a:avLst>
              <a:gd name="adj" fmla="val 12500"/>
            </a:avLst>
          </a:prstGeom>
          <a:solidFill>
            <a:srgbClr val="B8466A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126480" y="5303520"/>
            <a:ext cx="53949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一言まとめ：  収束点に、主役を置く。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AIコーチ＆プラン機能の使い方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5727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🐰 やさしい先生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狙い→型→配置のコツ→一言で、噛み砕いて助言。新人・受講生向け。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343400" y="14173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0" y="15727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📸 現場プロ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0" y="210312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歩く位置・画角・光の読み方まで、現場で“すぐ効く”一手を具体的に。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38160" y="141732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66760" y="15727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🔍 講評モード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66760" y="210312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良い点を認めてから、構図の定石で改善点を建設的に指摘。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1109960" cy="2011680"/>
          </a:xfrm>
          <a:prstGeom prst="roundRect">
            <a:avLst>
              <a:gd name="adj" fmla="val 4545"/>
            </a:avLst>
          </a:prstGeom>
          <a:solidFill>
            <a:srgbClr val="F9E4EC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✨ 参考デザイン（構図プラン）の作り方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被写体・シーン・伝えたい雰囲気・縦横比 を入力 → </a:t>
            </a:r>
            <a:pPr indent="0" marL="0">
              <a:buNone/>
            </a:pPr>
            <a:r>
              <a:rPr lang="en-US" sz="145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推奨構図の型／主役の置き場所／視線誘導／前景背景／光の向き／色トーン／NG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が一気に出ます。気に入った型は「構図ガイド」タブで縦横比を変えてプレビュー。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F2F5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撮る前の30秒チェックリスト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109960" cy="4572000"/>
          </a:xfrm>
          <a:prstGeom prst="roundRect">
            <a:avLst>
              <a:gd name="adj" fmla="val 2000"/>
            </a:avLst>
          </a:prstGeom>
          <a:solidFill>
            <a:srgbClr val="FFF5F8"/>
          </a:solidFill>
          <a:ln w="12700">
            <a:solidFill>
              <a:srgbClr val="ECCDD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916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主役は1つに絞れている？(あれもこれも、になっていない)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主役をどの型・どの位置に置くか決めた？(三分割の交点など)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主役の目線・進行方向の側に余白を空けた？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背景に“引き算”できる邪魔はない？(電柱・看板・うるさい色)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視線を導く線(道・対角・額縁)を1つ使えている？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水平・垂直は傾いていない？(対称・建築は特に)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☐"/>
            </a:pPr>
            <a:r>
              <a:rPr lang="en-US" sz="1650" dirty="0">
                <a:solidFill>
                  <a:srgbClr val="3A2A3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縦横比は、伝えたい雰囲気に合っている？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8F2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572000"/>
            <a:ext cx="3657600" cy="3657600"/>
          </a:xfrm>
          <a:prstGeom prst="ellipse">
            <a:avLst/>
          </a:prstGeom>
          <a:solidFill>
            <a:srgbClr val="B8466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この工房の約束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544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FBE3E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構図の定石は“ガイドライン”。</a:t>
            </a:r>
            <a:endParaRPr lang="en-US" sz="1900" dirty="0"/>
          </a:p>
          <a:p>
            <a:pPr indent="0" marL="0">
              <a:spcAft>
                <a:spcPts val="1800"/>
              </a:spcAft>
              <a:buNone/>
            </a:pPr>
            <a:r>
              <a:rPr lang="en-US" sz="1600" dirty="0">
                <a:solidFill>
                  <a:srgbClr val="F9E4E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破ると効く場面もある、と正直に伝えます。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FBE3E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嘘つかない原則：</a:t>
            </a:r>
            <a:endParaRPr lang="en-US" sz="1900" dirty="0"/>
          </a:p>
          <a:p>
            <a:pPr indent="0" marL="0">
              <a:buNone/>
            </a:pPr>
            <a:r>
              <a:rPr lang="en-US" sz="1600" dirty="0">
                <a:solidFill>
                  <a:srgbClr val="F9E4E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実在の写真家の発言・経歴・受賞歴や、機材の細かいスペック・価格を、確証なく断定で作り話ししません。曖昧なときは「分かりません／一般論として」と前置きします。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58368" y="5943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B7C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🐰📷 うさうさ研修工房 構図ラボ ／ 面白きこともなき世を面白く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うさうさ構図ラボ 研修資料</dc:title>
  <dc:subject>PptxGenJS Presentation</dc:subject>
  <dc:creator>うさうさ研修工房</dc:creator>
  <cp:lastModifiedBy>うさうさ研修工房</cp:lastModifiedBy>
  <cp:revision>1</cp:revision>
  <dcterms:created xsi:type="dcterms:W3CDTF">2026-06-23T13:15:29Z</dcterms:created>
  <dcterms:modified xsi:type="dcterms:W3CDTF">2026-06-23T13:15:29Z</dcterms:modified>
</cp:coreProperties>
</file>